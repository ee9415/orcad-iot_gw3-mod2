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57" r:id="rId4"/>
    <p:sldId id="260" r:id="rId5"/>
    <p:sldId id="258" r:id="rId6"/>
    <p:sldId id="259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B76A-A80B-4DE8-AB25-5F2D0F68B065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81EDE-A0D9-4B9C-9BA1-E73C925A8F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263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B76A-A80B-4DE8-AB25-5F2D0F68B065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81EDE-A0D9-4B9C-9BA1-E73C925A8F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577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B76A-A80B-4DE8-AB25-5F2D0F68B065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81EDE-A0D9-4B9C-9BA1-E73C925A8F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348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B76A-A80B-4DE8-AB25-5F2D0F68B065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81EDE-A0D9-4B9C-9BA1-E73C925A8F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105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B76A-A80B-4DE8-AB25-5F2D0F68B065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81EDE-A0D9-4B9C-9BA1-E73C925A8F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868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B76A-A80B-4DE8-AB25-5F2D0F68B065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81EDE-A0D9-4B9C-9BA1-E73C925A8F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340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B76A-A80B-4DE8-AB25-5F2D0F68B065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81EDE-A0D9-4B9C-9BA1-E73C925A8F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4559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B76A-A80B-4DE8-AB25-5F2D0F68B065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81EDE-A0D9-4B9C-9BA1-E73C925A8F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835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B76A-A80B-4DE8-AB25-5F2D0F68B065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81EDE-A0D9-4B9C-9BA1-E73C925A8F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1201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B76A-A80B-4DE8-AB25-5F2D0F68B065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81EDE-A0D9-4B9C-9BA1-E73C925A8F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711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B76A-A80B-4DE8-AB25-5F2D0F68B065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81EDE-A0D9-4B9C-9BA1-E73C925A8F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7252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BAB76A-A80B-4DE8-AB25-5F2D0F68B065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F81EDE-A0D9-4B9C-9BA1-E73C925A8F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126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916" y="374200"/>
            <a:ext cx="10122033" cy="612011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0007996" y="2092836"/>
            <a:ext cx="1051832" cy="311486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4402175" y="4283514"/>
            <a:ext cx="578040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/>
              <a:t>삭제</a:t>
            </a:r>
            <a:endParaRPr lang="ko-KR" altLang="en-US" sz="1000" dirty="0"/>
          </a:p>
        </p:txBody>
      </p:sp>
      <p:sp>
        <p:nvSpPr>
          <p:cNvPr id="5" name="직사각형 4"/>
          <p:cNvSpPr/>
          <p:nvPr/>
        </p:nvSpPr>
        <p:spPr>
          <a:xfrm>
            <a:off x="5177782" y="3736507"/>
            <a:ext cx="578040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/>
              <a:t>삭제</a:t>
            </a:r>
            <a:endParaRPr lang="ko-KR" altLang="en-US" sz="1000" dirty="0"/>
          </a:p>
        </p:txBody>
      </p:sp>
      <p:sp>
        <p:nvSpPr>
          <p:cNvPr id="6" name="직사각형 5"/>
          <p:cNvSpPr/>
          <p:nvPr/>
        </p:nvSpPr>
        <p:spPr>
          <a:xfrm>
            <a:off x="4475654" y="5998014"/>
            <a:ext cx="578040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LED</a:t>
            </a:r>
            <a:endParaRPr lang="ko-KR" altLang="en-US" sz="1000" dirty="0"/>
          </a:p>
        </p:txBody>
      </p:sp>
      <p:sp>
        <p:nvSpPr>
          <p:cNvPr id="7" name="직사각형 6"/>
          <p:cNvSpPr/>
          <p:nvPr/>
        </p:nvSpPr>
        <p:spPr>
          <a:xfrm>
            <a:off x="10244892" y="2038336"/>
            <a:ext cx="578040" cy="4027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/>
              <a:t>위치 변경</a:t>
            </a:r>
            <a:endParaRPr lang="ko-KR" altLang="en-US" sz="1000" dirty="0"/>
          </a:p>
        </p:txBody>
      </p:sp>
      <p:cxnSp>
        <p:nvCxnSpPr>
          <p:cNvPr id="9" name="직선 화살표 연결선 8"/>
          <p:cNvCxnSpPr/>
          <p:nvPr/>
        </p:nvCxnSpPr>
        <p:spPr>
          <a:xfrm flipV="1">
            <a:off x="5902779" y="2253343"/>
            <a:ext cx="4342113" cy="587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438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695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487" y="973137"/>
            <a:ext cx="5366383" cy="486305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2410" y="1625394"/>
            <a:ext cx="1274990" cy="736076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sp>
        <p:nvSpPr>
          <p:cNvPr id="7" name="직사각형 6"/>
          <p:cNvSpPr/>
          <p:nvPr/>
        </p:nvSpPr>
        <p:spPr>
          <a:xfrm>
            <a:off x="4973675" y="1858721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J1</a:t>
            </a:r>
            <a:endParaRPr lang="ko-KR" altLang="en-US" sz="1000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239" y="5023933"/>
            <a:ext cx="1159561" cy="595641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sp>
        <p:nvSpPr>
          <p:cNvPr id="11" name="직사각형 10"/>
          <p:cNvSpPr/>
          <p:nvPr/>
        </p:nvSpPr>
        <p:spPr>
          <a:xfrm>
            <a:off x="7022050" y="5284545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J2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340325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474" y="831850"/>
            <a:ext cx="5284961" cy="547741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044" y="1594056"/>
            <a:ext cx="1088033" cy="420481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sp>
        <p:nvSpPr>
          <p:cNvPr id="5" name="직사각형 4"/>
          <p:cNvSpPr/>
          <p:nvPr/>
        </p:nvSpPr>
        <p:spPr>
          <a:xfrm>
            <a:off x="6958550" y="1669585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J10</a:t>
            </a:r>
            <a:endParaRPr lang="ko-KR" altLang="en-US" sz="10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5808" y="2904939"/>
            <a:ext cx="372850" cy="665616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sp>
        <p:nvSpPr>
          <p:cNvPr id="7" name="직사각형 6"/>
          <p:cNvSpPr/>
          <p:nvPr/>
        </p:nvSpPr>
        <p:spPr>
          <a:xfrm>
            <a:off x="7486721" y="3017372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J9</a:t>
            </a:r>
            <a:endParaRPr lang="ko-KR" altLang="en-US" sz="1000" dirty="0"/>
          </a:p>
        </p:txBody>
      </p:sp>
      <p:sp>
        <p:nvSpPr>
          <p:cNvPr id="8" name="직사각형 7"/>
          <p:cNvSpPr/>
          <p:nvPr/>
        </p:nvSpPr>
        <p:spPr>
          <a:xfrm>
            <a:off x="8067746" y="2503022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J8</a:t>
            </a:r>
            <a:endParaRPr lang="ko-KR" altLang="en-US" sz="1000" dirty="0"/>
          </a:p>
        </p:txBody>
      </p:sp>
      <p:sp>
        <p:nvSpPr>
          <p:cNvPr id="9" name="직사각형 8"/>
          <p:cNvSpPr/>
          <p:nvPr/>
        </p:nvSpPr>
        <p:spPr>
          <a:xfrm>
            <a:off x="8067746" y="4308904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J7</a:t>
            </a:r>
            <a:endParaRPr lang="ko-KR" altLang="en-US" sz="1000" dirty="0"/>
          </a:p>
        </p:txBody>
      </p:sp>
      <p:sp>
        <p:nvSpPr>
          <p:cNvPr id="10" name="직사각형 9"/>
          <p:cNvSpPr/>
          <p:nvPr/>
        </p:nvSpPr>
        <p:spPr>
          <a:xfrm>
            <a:off x="5526106" y="1645103"/>
            <a:ext cx="473004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SP1</a:t>
            </a:r>
            <a:endParaRPr lang="ko-KR" altLang="en-US" sz="1000" dirty="0"/>
          </a:p>
        </p:txBody>
      </p:sp>
      <p:sp>
        <p:nvSpPr>
          <p:cNvPr id="11" name="직사각형 10"/>
          <p:cNvSpPr/>
          <p:nvPr/>
        </p:nvSpPr>
        <p:spPr>
          <a:xfrm>
            <a:off x="7269306" y="5374223"/>
            <a:ext cx="473004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J15</a:t>
            </a:r>
            <a:endParaRPr lang="ko-KR" altLang="en-US" sz="1000" dirty="0"/>
          </a:p>
        </p:txBody>
      </p:sp>
      <p:sp>
        <p:nvSpPr>
          <p:cNvPr id="12" name="직사각형 11"/>
          <p:cNvSpPr/>
          <p:nvPr/>
        </p:nvSpPr>
        <p:spPr>
          <a:xfrm>
            <a:off x="3905321" y="5342266"/>
            <a:ext cx="473004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J44</a:t>
            </a:r>
            <a:endParaRPr lang="ko-KR" altLang="en-US" sz="1000" dirty="0"/>
          </a:p>
        </p:txBody>
      </p:sp>
      <p:sp>
        <p:nvSpPr>
          <p:cNvPr id="13" name="직사각형 12"/>
          <p:cNvSpPr/>
          <p:nvPr/>
        </p:nvSpPr>
        <p:spPr>
          <a:xfrm>
            <a:off x="6123925" y="5374222"/>
            <a:ext cx="473004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J43</a:t>
            </a:r>
            <a:endParaRPr lang="ko-KR" altLang="en-US" sz="1000" dirty="0"/>
          </a:p>
        </p:txBody>
      </p:sp>
      <p:sp>
        <p:nvSpPr>
          <p:cNvPr id="14" name="직사각형 13"/>
          <p:cNvSpPr/>
          <p:nvPr/>
        </p:nvSpPr>
        <p:spPr>
          <a:xfrm>
            <a:off x="3814834" y="2341192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J46</a:t>
            </a:r>
            <a:endParaRPr lang="ko-KR" altLang="en-US" sz="1000" dirty="0"/>
          </a:p>
        </p:txBody>
      </p:sp>
      <p:sp>
        <p:nvSpPr>
          <p:cNvPr id="15" name="직사각형 14"/>
          <p:cNvSpPr/>
          <p:nvPr/>
        </p:nvSpPr>
        <p:spPr>
          <a:xfrm>
            <a:off x="3814834" y="3484192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J47</a:t>
            </a:r>
            <a:endParaRPr lang="ko-KR" altLang="en-US" sz="1000" dirty="0"/>
          </a:p>
        </p:txBody>
      </p:sp>
      <p:sp>
        <p:nvSpPr>
          <p:cNvPr id="16" name="직사각형 15"/>
          <p:cNvSpPr/>
          <p:nvPr/>
        </p:nvSpPr>
        <p:spPr>
          <a:xfrm>
            <a:off x="4433113" y="1669584"/>
            <a:ext cx="473004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S49</a:t>
            </a:r>
            <a:endParaRPr lang="ko-KR" altLang="en-US" sz="1000" dirty="0"/>
          </a:p>
        </p:txBody>
      </p:sp>
      <p:sp>
        <p:nvSpPr>
          <p:cNvPr id="17" name="직사각형 16"/>
          <p:cNvSpPr/>
          <p:nvPr/>
        </p:nvSpPr>
        <p:spPr>
          <a:xfrm>
            <a:off x="4712565" y="5072845"/>
            <a:ext cx="473004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J50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674292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7" y="763587"/>
            <a:ext cx="11761629" cy="5484813"/>
          </a:xfrm>
          <a:prstGeom prst="rect">
            <a:avLst/>
          </a:prstGeom>
        </p:spPr>
      </p:pic>
      <p:sp>
        <p:nvSpPr>
          <p:cNvPr id="24" name="직사각형 23"/>
          <p:cNvSpPr/>
          <p:nvPr/>
        </p:nvSpPr>
        <p:spPr>
          <a:xfrm>
            <a:off x="8120618" y="1742913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J62</a:t>
            </a:r>
            <a:endParaRPr lang="ko-KR" altLang="en-US" sz="1000" dirty="0"/>
          </a:p>
        </p:txBody>
      </p:sp>
      <p:sp>
        <p:nvSpPr>
          <p:cNvPr id="25" name="직사각형 24"/>
          <p:cNvSpPr/>
          <p:nvPr/>
        </p:nvSpPr>
        <p:spPr>
          <a:xfrm>
            <a:off x="485378" y="4013673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J55</a:t>
            </a:r>
            <a:endParaRPr lang="ko-KR" altLang="en-US" sz="1000" dirty="0"/>
          </a:p>
        </p:txBody>
      </p:sp>
      <p:sp>
        <p:nvSpPr>
          <p:cNvPr id="26" name="직사각형 25"/>
          <p:cNvSpPr/>
          <p:nvPr/>
        </p:nvSpPr>
        <p:spPr>
          <a:xfrm>
            <a:off x="437356" y="2512533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J58</a:t>
            </a:r>
            <a:endParaRPr lang="ko-KR" altLang="en-US" sz="1000" dirty="0"/>
          </a:p>
        </p:txBody>
      </p:sp>
      <p:sp>
        <p:nvSpPr>
          <p:cNvPr id="27" name="직사각형 26"/>
          <p:cNvSpPr/>
          <p:nvPr/>
        </p:nvSpPr>
        <p:spPr>
          <a:xfrm>
            <a:off x="1854676" y="1473492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J59</a:t>
            </a:r>
            <a:endParaRPr lang="ko-KR" altLang="en-US" sz="1000" dirty="0"/>
          </a:p>
        </p:txBody>
      </p:sp>
      <p:sp>
        <p:nvSpPr>
          <p:cNvPr id="28" name="직사각형 27"/>
          <p:cNvSpPr/>
          <p:nvPr/>
        </p:nvSpPr>
        <p:spPr>
          <a:xfrm>
            <a:off x="982743" y="5310661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J51</a:t>
            </a:r>
            <a:endParaRPr lang="ko-KR" altLang="en-US" sz="1000" dirty="0"/>
          </a:p>
        </p:txBody>
      </p:sp>
      <p:sp>
        <p:nvSpPr>
          <p:cNvPr id="29" name="직사각형 28"/>
          <p:cNvSpPr/>
          <p:nvPr/>
        </p:nvSpPr>
        <p:spPr>
          <a:xfrm>
            <a:off x="1643383" y="5310660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J53</a:t>
            </a:r>
            <a:endParaRPr lang="ko-KR" altLang="en-US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2259983" y="5319640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J56</a:t>
            </a:r>
            <a:endParaRPr lang="ko-KR" altLang="en-US" sz="1000" dirty="0"/>
          </a:p>
        </p:txBody>
      </p:sp>
      <p:sp>
        <p:nvSpPr>
          <p:cNvPr id="31" name="직사각형 30"/>
          <p:cNvSpPr/>
          <p:nvPr/>
        </p:nvSpPr>
        <p:spPr>
          <a:xfrm>
            <a:off x="2903270" y="5319639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J60</a:t>
            </a:r>
            <a:endParaRPr lang="ko-KR" altLang="en-US" sz="1000" dirty="0"/>
          </a:p>
        </p:txBody>
      </p:sp>
      <p:sp>
        <p:nvSpPr>
          <p:cNvPr id="32" name="직사각형 31"/>
          <p:cNvSpPr/>
          <p:nvPr/>
        </p:nvSpPr>
        <p:spPr>
          <a:xfrm>
            <a:off x="3524481" y="5289345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J52</a:t>
            </a:r>
            <a:endParaRPr lang="ko-KR" altLang="en-US" sz="1000" dirty="0"/>
          </a:p>
        </p:txBody>
      </p:sp>
      <p:sp>
        <p:nvSpPr>
          <p:cNvPr id="33" name="직사각형 32"/>
          <p:cNvSpPr/>
          <p:nvPr/>
        </p:nvSpPr>
        <p:spPr>
          <a:xfrm>
            <a:off x="4153631" y="5319639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J54</a:t>
            </a:r>
            <a:endParaRPr lang="ko-KR" altLang="en-US" sz="1000" dirty="0"/>
          </a:p>
        </p:txBody>
      </p:sp>
      <p:sp>
        <p:nvSpPr>
          <p:cNvPr id="34" name="직사각형 33"/>
          <p:cNvSpPr/>
          <p:nvPr/>
        </p:nvSpPr>
        <p:spPr>
          <a:xfrm>
            <a:off x="4771070" y="5297657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J57</a:t>
            </a:r>
            <a:endParaRPr lang="ko-KR" altLang="en-US" sz="1000" dirty="0"/>
          </a:p>
        </p:txBody>
      </p:sp>
      <p:sp>
        <p:nvSpPr>
          <p:cNvPr id="35" name="직사각형 34"/>
          <p:cNvSpPr/>
          <p:nvPr/>
        </p:nvSpPr>
        <p:spPr>
          <a:xfrm>
            <a:off x="5364141" y="5297658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J61</a:t>
            </a:r>
            <a:endParaRPr lang="ko-KR" altLang="en-US" sz="1000" dirty="0"/>
          </a:p>
        </p:txBody>
      </p:sp>
      <p:sp>
        <p:nvSpPr>
          <p:cNvPr id="36" name="직사각형 35"/>
          <p:cNvSpPr/>
          <p:nvPr/>
        </p:nvSpPr>
        <p:spPr>
          <a:xfrm>
            <a:off x="6454747" y="5283296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J67</a:t>
            </a:r>
            <a:endParaRPr lang="ko-KR" altLang="en-US" sz="1000" dirty="0"/>
          </a:p>
        </p:txBody>
      </p:sp>
      <p:sp>
        <p:nvSpPr>
          <p:cNvPr id="37" name="직사각형 36"/>
          <p:cNvSpPr/>
          <p:nvPr/>
        </p:nvSpPr>
        <p:spPr>
          <a:xfrm>
            <a:off x="7109311" y="5246076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J69</a:t>
            </a:r>
            <a:endParaRPr lang="ko-KR" altLang="en-US" sz="1000" dirty="0"/>
          </a:p>
        </p:txBody>
      </p:sp>
      <p:sp>
        <p:nvSpPr>
          <p:cNvPr id="38" name="직사각형 37"/>
          <p:cNvSpPr/>
          <p:nvPr/>
        </p:nvSpPr>
        <p:spPr>
          <a:xfrm>
            <a:off x="7704481" y="5283297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J71</a:t>
            </a:r>
            <a:endParaRPr lang="ko-KR" altLang="en-US" sz="1000" dirty="0"/>
          </a:p>
        </p:txBody>
      </p:sp>
      <p:sp>
        <p:nvSpPr>
          <p:cNvPr id="39" name="직사각형 38"/>
          <p:cNvSpPr/>
          <p:nvPr/>
        </p:nvSpPr>
        <p:spPr>
          <a:xfrm>
            <a:off x="8289662" y="5307036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J73</a:t>
            </a:r>
            <a:endParaRPr lang="ko-KR" altLang="en-US" sz="1000" dirty="0"/>
          </a:p>
        </p:txBody>
      </p:sp>
      <p:sp>
        <p:nvSpPr>
          <p:cNvPr id="40" name="직사각형 39"/>
          <p:cNvSpPr/>
          <p:nvPr/>
        </p:nvSpPr>
        <p:spPr>
          <a:xfrm>
            <a:off x="8991055" y="5305278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J68</a:t>
            </a:r>
            <a:endParaRPr lang="ko-KR" altLang="en-US" sz="1000" dirty="0"/>
          </a:p>
        </p:txBody>
      </p:sp>
      <p:sp>
        <p:nvSpPr>
          <p:cNvPr id="41" name="직사각형 40"/>
          <p:cNvSpPr/>
          <p:nvPr/>
        </p:nvSpPr>
        <p:spPr>
          <a:xfrm>
            <a:off x="9510367" y="5310658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J70</a:t>
            </a:r>
            <a:endParaRPr lang="ko-KR" altLang="en-US" sz="1000" dirty="0"/>
          </a:p>
        </p:txBody>
      </p:sp>
      <p:sp>
        <p:nvSpPr>
          <p:cNvPr id="42" name="직사각형 41"/>
          <p:cNvSpPr/>
          <p:nvPr/>
        </p:nvSpPr>
        <p:spPr>
          <a:xfrm>
            <a:off x="10129279" y="5310659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J72</a:t>
            </a:r>
            <a:endParaRPr lang="ko-KR" altLang="en-US" sz="1000" dirty="0"/>
          </a:p>
        </p:txBody>
      </p:sp>
      <p:sp>
        <p:nvSpPr>
          <p:cNvPr id="43" name="직사각형 42"/>
          <p:cNvSpPr/>
          <p:nvPr/>
        </p:nvSpPr>
        <p:spPr>
          <a:xfrm>
            <a:off x="10775966" y="5319639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J74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054366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19" y="1143453"/>
            <a:ext cx="11628396" cy="490006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492" y="1756990"/>
            <a:ext cx="266704" cy="386284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872" y="1771440"/>
            <a:ext cx="281749" cy="379304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sp>
        <p:nvSpPr>
          <p:cNvPr id="5" name="직사각형 4"/>
          <p:cNvSpPr/>
          <p:nvPr/>
        </p:nvSpPr>
        <p:spPr>
          <a:xfrm>
            <a:off x="1035555" y="1815421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J16</a:t>
            </a:r>
            <a:endParaRPr lang="ko-KR" altLang="en-US" sz="1000" dirty="0"/>
          </a:p>
        </p:txBody>
      </p:sp>
      <p:sp>
        <p:nvSpPr>
          <p:cNvPr id="6" name="직사각형 5"/>
          <p:cNvSpPr/>
          <p:nvPr/>
        </p:nvSpPr>
        <p:spPr>
          <a:xfrm>
            <a:off x="2331925" y="1815421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J19</a:t>
            </a:r>
            <a:endParaRPr lang="ko-KR" altLang="en-US" sz="1000" dirty="0"/>
          </a:p>
        </p:txBody>
      </p:sp>
      <p:sp>
        <p:nvSpPr>
          <p:cNvPr id="7" name="직사각형 6"/>
          <p:cNvSpPr/>
          <p:nvPr/>
        </p:nvSpPr>
        <p:spPr>
          <a:xfrm>
            <a:off x="4700135" y="2248301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J21</a:t>
            </a:r>
            <a:endParaRPr lang="ko-KR" altLang="en-US" sz="1000" dirty="0"/>
          </a:p>
        </p:txBody>
      </p:sp>
      <p:sp>
        <p:nvSpPr>
          <p:cNvPr id="8" name="직사각형 7"/>
          <p:cNvSpPr/>
          <p:nvPr/>
        </p:nvSpPr>
        <p:spPr>
          <a:xfrm>
            <a:off x="5165478" y="2233539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J26</a:t>
            </a:r>
            <a:endParaRPr lang="ko-KR" altLang="en-US" sz="1000" dirty="0"/>
          </a:p>
        </p:txBody>
      </p:sp>
      <p:sp>
        <p:nvSpPr>
          <p:cNvPr id="9" name="직사각형 8"/>
          <p:cNvSpPr/>
          <p:nvPr/>
        </p:nvSpPr>
        <p:spPr>
          <a:xfrm>
            <a:off x="5616196" y="2233539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J30</a:t>
            </a:r>
            <a:endParaRPr lang="ko-KR" altLang="en-US" sz="1000" dirty="0"/>
          </a:p>
        </p:txBody>
      </p:sp>
      <p:sp>
        <p:nvSpPr>
          <p:cNvPr id="10" name="직사각형 9"/>
          <p:cNvSpPr/>
          <p:nvPr/>
        </p:nvSpPr>
        <p:spPr>
          <a:xfrm>
            <a:off x="6029457" y="2233540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J34</a:t>
            </a:r>
            <a:endParaRPr lang="ko-KR" altLang="en-US" sz="1000" dirty="0"/>
          </a:p>
        </p:txBody>
      </p:sp>
      <p:sp>
        <p:nvSpPr>
          <p:cNvPr id="11" name="직사각형 10"/>
          <p:cNvSpPr/>
          <p:nvPr/>
        </p:nvSpPr>
        <p:spPr>
          <a:xfrm>
            <a:off x="6442718" y="2233540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J23</a:t>
            </a:r>
            <a:endParaRPr lang="ko-KR" altLang="en-US" sz="1000" dirty="0"/>
          </a:p>
        </p:txBody>
      </p:sp>
      <p:sp>
        <p:nvSpPr>
          <p:cNvPr id="12" name="직사각형 11"/>
          <p:cNvSpPr/>
          <p:nvPr/>
        </p:nvSpPr>
        <p:spPr>
          <a:xfrm>
            <a:off x="6874880" y="2233541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J27</a:t>
            </a:r>
            <a:endParaRPr lang="ko-KR" altLang="en-US" sz="1000" dirty="0"/>
          </a:p>
        </p:txBody>
      </p:sp>
      <p:sp>
        <p:nvSpPr>
          <p:cNvPr id="13" name="직사각형 12"/>
          <p:cNvSpPr/>
          <p:nvPr/>
        </p:nvSpPr>
        <p:spPr>
          <a:xfrm>
            <a:off x="7288141" y="2233541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J31</a:t>
            </a:r>
            <a:endParaRPr lang="ko-KR" altLang="en-US" sz="1000" dirty="0"/>
          </a:p>
        </p:txBody>
      </p:sp>
      <p:sp>
        <p:nvSpPr>
          <p:cNvPr id="14" name="직사각형 13"/>
          <p:cNvSpPr/>
          <p:nvPr/>
        </p:nvSpPr>
        <p:spPr>
          <a:xfrm>
            <a:off x="7708317" y="2233541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J35</a:t>
            </a:r>
            <a:endParaRPr lang="ko-KR" altLang="en-US" sz="1000" dirty="0"/>
          </a:p>
        </p:txBody>
      </p:sp>
      <p:sp>
        <p:nvSpPr>
          <p:cNvPr id="15" name="직사각형 14"/>
          <p:cNvSpPr/>
          <p:nvPr/>
        </p:nvSpPr>
        <p:spPr>
          <a:xfrm>
            <a:off x="8159035" y="2224562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J22</a:t>
            </a:r>
            <a:endParaRPr lang="ko-KR" altLang="en-US" sz="1000" dirty="0"/>
          </a:p>
        </p:txBody>
      </p:sp>
      <p:sp>
        <p:nvSpPr>
          <p:cNvPr id="16" name="직사각형 15"/>
          <p:cNvSpPr/>
          <p:nvPr/>
        </p:nvSpPr>
        <p:spPr>
          <a:xfrm>
            <a:off x="8594806" y="2224562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J25</a:t>
            </a:r>
            <a:endParaRPr lang="ko-KR" altLang="en-US" sz="1000" dirty="0"/>
          </a:p>
        </p:txBody>
      </p:sp>
      <p:sp>
        <p:nvSpPr>
          <p:cNvPr id="17" name="직사각형 16"/>
          <p:cNvSpPr/>
          <p:nvPr/>
        </p:nvSpPr>
        <p:spPr>
          <a:xfrm>
            <a:off x="9023002" y="2224562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J29</a:t>
            </a:r>
            <a:endParaRPr lang="ko-KR" altLang="en-US" sz="1000" dirty="0"/>
          </a:p>
        </p:txBody>
      </p:sp>
      <p:sp>
        <p:nvSpPr>
          <p:cNvPr id="18" name="직사각형 17"/>
          <p:cNvSpPr/>
          <p:nvPr/>
        </p:nvSpPr>
        <p:spPr>
          <a:xfrm>
            <a:off x="9480670" y="2224562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J33</a:t>
            </a:r>
            <a:endParaRPr lang="ko-KR" altLang="en-US" sz="1000" dirty="0"/>
          </a:p>
        </p:txBody>
      </p:sp>
      <p:sp>
        <p:nvSpPr>
          <p:cNvPr id="19" name="직사각형 18"/>
          <p:cNvSpPr/>
          <p:nvPr/>
        </p:nvSpPr>
        <p:spPr>
          <a:xfrm>
            <a:off x="9963283" y="2224563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J24</a:t>
            </a:r>
            <a:endParaRPr lang="ko-KR" altLang="en-US" sz="1000" dirty="0"/>
          </a:p>
        </p:txBody>
      </p:sp>
      <p:sp>
        <p:nvSpPr>
          <p:cNvPr id="20" name="직사각형 19"/>
          <p:cNvSpPr/>
          <p:nvPr/>
        </p:nvSpPr>
        <p:spPr>
          <a:xfrm>
            <a:off x="10378816" y="2224563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J28</a:t>
            </a:r>
            <a:endParaRPr lang="ko-KR" altLang="en-US" sz="1000" dirty="0"/>
          </a:p>
        </p:txBody>
      </p:sp>
      <p:sp>
        <p:nvSpPr>
          <p:cNvPr id="21" name="직사각형 20"/>
          <p:cNvSpPr/>
          <p:nvPr/>
        </p:nvSpPr>
        <p:spPr>
          <a:xfrm>
            <a:off x="10817945" y="2224563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J32</a:t>
            </a:r>
            <a:endParaRPr lang="ko-KR" altLang="en-US" sz="1000" dirty="0"/>
          </a:p>
        </p:txBody>
      </p:sp>
      <p:sp>
        <p:nvSpPr>
          <p:cNvPr id="22" name="직사각형 21"/>
          <p:cNvSpPr/>
          <p:nvPr/>
        </p:nvSpPr>
        <p:spPr>
          <a:xfrm>
            <a:off x="11257074" y="2224563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J36</a:t>
            </a:r>
            <a:endParaRPr lang="ko-KR" altLang="en-US" sz="1000" dirty="0"/>
          </a:p>
        </p:txBody>
      </p:sp>
      <p:sp>
        <p:nvSpPr>
          <p:cNvPr id="23" name="직사각형 22"/>
          <p:cNvSpPr/>
          <p:nvPr/>
        </p:nvSpPr>
        <p:spPr>
          <a:xfrm>
            <a:off x="1560844" y="5477217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J38</a:t>
            </a:r>
            <a:endParaRPr lang="ko-KR" altLang="en-US" sz="1000" dirty="0"/>
          </a:p>
        </p:txBody>
      </p:sp>
      <p:sp>
        <p:nvSpPr>
          <p:cNvPr id="24" name="직사각형 23"/>
          <p:cNvSpPr/>
          <p:nvPr/>
        </p:nvSpPr>
        <p:spPr>
          <a:xfrm>
            <a:off x="405368" y="3324063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J37</a:t>
            </a:r>
            <a:endParaRPr lang="ko-KR" altLang="en-US" sz="1000" dirty="0"/>
          </a:p>
        </p:txBody>
      </p:sp>
      <p:sp>
        <p:nvSpPr>
          <p:cNvPr id="25" name="직사각형 24"/>
          <p:cNvSpPr/>
          <p:nvPr/>
        </p:nvSpPr>
        <p:spPr>
          <a:xfrm>
            <a:off x="978777" y="3389377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J20</a:t>
            </a:r>
            <a:endParaRPr lang="ko-KR" altLang="en-US" sz="1000" dirty="0"/>
          </a:p>
        </p:txBody>
      </p:sp>
      <p:sp>
        <p:nvSpPr>
          <p:cNvPr id="26" name="직사각형 25"/>
          <p:cNvSpPr/>
          <p:nvPr/>
        </p:nvSpPr>
        <p:spPr>
          <a:xfrm>
            <a:off x="1539363" y="1826381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J18</a:t>
            </a:r>
            <a:endParaRPr lang="ko-KR" altLang="en-US" sz="1000" dirty="0"/>
          </a:p>
        </p:txBody>
      </p:sp>
      <p:sp>
        <p:nvSpPr>
          <p:cNvPr id="27" name="직사각형 26"/>
          <p:cNvSpPr/>
          <p:nvPr/>
        </p:nvSpPr>
        <p:spPr>
          <a:xfrm>
            <a:off x="1953032" y="1817610"/>
            <a:ext cx="391937" cy="269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J17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850702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13205</TotalTime>
  <Words>62</Words>
  <Application>Microsoft Office PowerPoint</Application>
  <PresentationFormat>와이드스크린</PresentationFormat>
  <Paragraphs>61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ADMIN</cp:lastModifiedBy>
  <cp:revision>18</cp:revision>
  <dcterms:created xsi:type="dcterms:W3CDTF">2026-04-28T01:16:51Z</dcterms:created>
  <dcterms:modified xsi:type="dcterms:W3CDTF">2026-05-10T23:47:31Z</dcterms:modified>
</cp:coreProperties>
</file>